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accompagnement-controle-urssaf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le-groupe-sisca-audite-et-optimise-ses-charges-sociales/?utm_source=slides-sales&amp;utm_medium=print&amp;utm_campaign=charges-sociales&amp;utm_content=testimonial" TargetMode="External"/><Relationship Id="rId4" Type="http://schemas.openxmlformats.org/officeDocument/2006/relationships/hyperlink" Target="https://www.ayming.fr/temoignages-clients/ehpad-saint-dominique-reduit-et-optimise-ses-charges-sociales/?utm_source=slides-sales&amp;utm_medium=print&amp;utm_campaign=charges-sociales&amp;utm_content=testimonial" TargetMode="External"/><Relationship Id="rId5" Type="http://schemas.openxmlformats.org/officeDocument/2006/relationships/hyperlink" Target="https://www.ayming.fr/temoignages-clients/la-maitrise-des-cotisations-sociales-chez-but/?utm_source=slides-sales&amp;utm_medium=print&amp;utm_campaign=charges-sociale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571885" y="1835451"/>
            <a:ext cx="3428914" cy="360214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441959"/>
            <a:ext cx="3314617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29034" y="1441959"/>
            <a:ext cx="3314617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10344" y="1441959"/>
            <a:ext cx="3314617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