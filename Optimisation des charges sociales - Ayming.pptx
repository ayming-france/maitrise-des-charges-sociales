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hyperlink" Target="https://ayming-france.github.io/accompagnement-controle-urssaf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hyperlink" Target="https://www.ayming.fr/temoignages-clients/le-groupe-sisca-audite-et-optimise-ses-charges-sociales/?utm_source=slides-sales&amp;utm_medium=print&amp;utm_campaign=charges-sociales&amp;utm_content=testimonial" TargetMode="External"/><Relationship Id="rId4" Type="http://schemas.openxmlformats.org/officeDocument/2006/relationships/hyperlink" Target="https://www.ayming.fr/temoignages-clients/ehpad-saint-dominique-reduit-et-optimise-ses-charges-sociales/?utm_source=slides-sales&amp;utm_medium=print&amp;utm_campaign=charges-sociales&amp;utm_content=testimonial" TargetMode="External"/><Relationship Id="rId5" Type="http://schemas.openxmlformats.org/officeDocument/2006/relationships/hyperlink" Target="https://www.ayming.fr/temoignages-clients/la-maitrise-des-cotisations-sociales-chez-but/?utm_source=slides-sales&amp;utm_medium=print&amp;utm_campaign=charges-sociales&amp;utm_content=testimonial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251328" y="1738412"/>
            <a:ext cx="3689038" cy="38754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59816" y="1315075"/>
            <a:ext cx="3566070" cy="4303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312811" y="1315075"/>
            <a:ext cx="3566071" cy="4303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8165807" y="1315075"/>
            <a:ext cx="3566071" cy="43038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