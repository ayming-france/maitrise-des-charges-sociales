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accompagnement-controle-urssaf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71885" y="1835451"/>
            <a:ext cx="3428914" cy="3602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29034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10344" y="1441959"/>
            <a:ext cx="3314617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